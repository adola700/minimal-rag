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Minimal 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FF8C00"/>
                </a:solidFill>
              </a:defRPr>
            </a:pPr>
            <a:r>
              <a:t>A Deep Dive into Design &amp;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What is Retrieval-Augmented Generation?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Combines the power of LLMs with external data.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Solves 'hallucination' and 'outdated knowledge' problems.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Two Main Phases: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- Retrieval (Find relevant info)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- Generation (Synthesize answer)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pic>
        <p:nvPicPr>
          <p:cNvPr id="5" name="Picture 4" descr="rag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1: Ingestion &amp; Splitting</a:t>
            </a:r>
          </a:p>
        </p:txBody>
      </p:sp>
      <p:pic>
        <p:nvPicPr>
          <p:cNvPr id="5" name="Picture 4" descr="text_splitting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2: Embeddings &amp; Storage</a:t>
            </a:r>
          </a:p>
        </p:txBody>
      </p:sp>
      <p:pic>
        <p:nvPicPr>
          <p:cNvPr id="5" name="Picture 4" descr="embedding_vector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3: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User Query is embedded into a vector.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Similarity Search runs against ChromaDB.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Top-K results (Context) are retrieved.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'k=3' is used to balance context vs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4: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Prompt Template constructs the final input.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- Context: {The 3 retrieved chunks}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- Question: {User Query}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LLM: Ollama (Llama 3.2)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Result: Accurate, grounded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Logic Flow</a:t>
            </a:r>
          </a:p>
        </p:txBody>
      </p:sp>
      <p:pic>
        <p:nvPicPr>
          <p:cNvPr id="5" name="Picture 4" descr="ra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splitter.py: Recursive Character Splitting.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vectorstore.py: ChromaDB + HuggingFace Embeddings.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rag.py: LCEL Chain Definition.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langchain: Orchestration Framework.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Key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Local-First: Privacy, Zero Cost (Ollama).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LangChain: Standardized, scalable interfaces.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Recursive Splitting: Preserves semantic context better than naive splitting.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Hybrid Search (Keyword + Vector).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Re-ranking step for higher precision.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Multi-Modal support (Images/Tables).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Automated Evaluation (Ragas).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FF8C0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