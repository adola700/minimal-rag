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Minimal RAG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>
                <a:solidFill>
                  <a:srgbClr val="FF8C00"/>
                </a:solidFill>
              </a:defRPr>
            </a:pPr>
            <a:r>
              <a:t>Data Flow: Ingest ➔ Chunk ➔ Store ➔ Augment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pic>
        <p:nvPicPr>
          <p:cNvPr id="5" name="Picture 4" descr="rag_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Step 1: Ingest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282828"/>
                </a:solidFill>
              </a:defRPr>
            </a:pPr>
            <a:r>
              <a:t>Goal: Load raw knowledge from various sources.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Sources: text files, PDFs, Wikipedia, etc.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In our codebase: `rag_solution.ipynb` uses `wikipedia` loader.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Challenge: Data is unstructured and variable length.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Step 2: Text Splitting - Chunking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282828"/>
                </a:solidFill>
              </a:defRPr>
            </a:pPr>
            <a:r>
              <a:t>Challenge: LLMs have finite context windows.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Solution: Break large texts into smaller 'chunks'.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Tool: RecursiveCharacterTextSplitter.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Config: Size=1000, Overlap=200.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Benefit: Preserves semantic context across boundaries.</a:t>
            </a:r>
          </a:p>
        </p:txBody>
      </p:sp>
      <p:pic>
        <p:nvPicPr>
          <p:cNvPr id="6" name="Picture 5" descr="text_splitting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Step 3: Vectorize and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282828"/>
                </a:solidFill>
              </a:defRPr>
            </a:pPr>
            <a:r>
              <a:t>Process: Convert text chunks into numerical vectors.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Model: HuggingFace embeddings (`all-MiniLM-L6-v2`).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Storage: ChromaDB (Vector Database).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Enables: Semantic search based on meaning, not just keywords.</a:t>
            </a:r>
          </a:p>
        </p:txBody>
      </p:sp>
      <p:pic>
        <p:nvPicPr>
          <p:cNvPr id="6" name="Picture 5" descr="embedding_vector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Step 4: 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282828"/>
                </a:solidFill>
              </a:defRPr>
            </a:pPr>
            <a:r>
              <a:t>This is the retrieval loop.</a:t>
            </a:r>
          </a:p>
          <a:p>
            <a:pPr lvl="1">
              <a:defRPr sz="2000">
                <a:solidFill>
                  <a:srgbClr val="505050"/>
                </a:solidFill>
              </a:defRPr>
            </a:pPr>
            <a:r>
              <a:t>1. User asks question.</a:t>
            </a:r>
          </a:p>
          <a:p>
            <a:pPr lvl="1">
              <a:defRPr sz="2000">
                <a:solidFill>
                  <a:srgbClr val="505050"/>
                </a:solidFill>
              </a:defRPr>
            </a:pPr>
            <a:r>
              <a:t>2. System retrieves top-k relevant chunks (retriever).</a:t>
            </a:r>
          </a:p>
          <a:p>
            <a:pPr lvl="1">
              <a:defRPr sz="2000">
                <a:solidFill>
                  <a:srgbClr val="505050"/>
                </a:solidFill>
              </a:defRPr>
            </a:pPr>
            <a:r>
              <a:t>3. Prompt = Question + Retrieved Chunks.</a:t>
            </a:r>
          </a:p>
          <a:p>
            <a:pPr lvl="1">
              <a:defRPr sz="2000">
                <a:solidFill>
                  <a:srgbClr val="505050"/>
                </a:solidFill>
              </a:defRPr>
            </a:pPr>
            <a:r>
              <a:t>4. LLM generates final answer based on facts.</a:t>
            </a:r>
          </a:p>
        </p:txBody>
      </p:sp>
      <p:pic>
        <p:nvPicPr>
          <p:cNvPr id="6" name="Picture 5" descr="ra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</a:defRPr>
            </a:pPr>
            <a:r>
              <a:t>Implementation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282828"/>
                </a:solidFill>
              </a:defRPr>
            </a:pPr>
            <a:r>
              <a:t>1. Ingest: Loaders (Wikipedia)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2. Chunk: `splitter.py`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3. Vectorize: `vectorstore.py`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4. Generation: `rag.py`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