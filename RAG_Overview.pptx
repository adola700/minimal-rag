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Minimal RAG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Retrieval-Augmented Generation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RAG?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RAG = Retrieval-Augmented Generation</a:t>
            </a:r>
          </a:p>
          <a:p>
            <a:pPr/>
            <a:r>
              <a:t>Enhances LLMs by retrieving relevant documents before generating</a:t>
            </a:r>
          </a:p>
          <a:p>
            <a:pPr/>
            <a:r>
              <a:t>Grounds responses in actual sources</a:t>
            </a:r>
          </a:p>
          <a:p>
            <a:pPr/>
            <a:r>
              <a:t>Reduces hallucinations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Components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Data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Wikipedia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Public knowledge base for demo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Text Splitter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LangChain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Breaks documents into chunks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Embeddings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all-MiniLM-L6-v2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Converts text to vectors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Vector 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Fast similarity search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Ollama (Llama 3.2)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Local language model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Data Ingestion - Load documents from sources</a:t>
            </a:r>
          </a:p>
          <a:p>
            <a:pPr/>
            <a:r>
              <a:t>Step 2: Text Splitting - Chunk documents (1000 chars, 200 overlap)</a:t>
            </a:r>
          </a:p>
          <a:p>
            <a:pPr/>
            <a:r>
              <a:t>Step 3: Embeddings - Convert to 384-dim vectors</a:t>
            </a:r>
          </a:p>
          <a:p>
            <a:pPr/>
            <a:r>
              <a:t>Step 4: Vector Store - Index in FAISS for retrieval</a:t>
            </a:r>
          </a:p>
          <a:p>
            <a:pPr/>
            <a:r>
              <a:t>Step 5: RAG Chain - Query → Retrieve → Generate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Model Options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Speed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llama3.2:1b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Billion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Fast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llama3.2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Billion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Embeddings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Text → Numerical vectors (384 dimensions)</a:t>
            </a:r>
          </a:p>
          <a:p>
            <a:pPr/>
            <a:r>
              <a:t>Similar texts produce similar vectors</a:t>
            </a:r>
          </a:p>
          <a:p>
            <a:pPr/>
            <a:r>
              <a:t>Enables semantic search, not just keyword matching</a:t>
            </a:r>
          </a:p>
          <a:p>
            <a:pPr/>
            <a:r>
              <a:t>Example: 'cat on mat' ≈ 'feline on rug'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